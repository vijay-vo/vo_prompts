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8278FE-80A3-B2F4-05C7-D9133603C46C}" v="432" dt="2026-08-20T07:37:55.8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nam Chitare" userId="S::poonam.chitare@grihumhousing.com::16f1bd48-8f47-4169-8634-47fbb4141e07" providerId="AD" clId="Web-{358278FE-80A3-B2F4-05C7-D9133603C46C}"/>
    <pc:docChg chg="addSld modSld">
      <pc:chgData name="Poonam Chitare" userId="S::poonam.chitare@grihumhousing.com::16f1bd48-8f47-4169-8634-47fbb4141e07" providerId="AD" clId="Web-{358278FE-80A3-B2F4-05C7-D9133603C46C}" dt="2026-08-20T07:37:49.793" v="449" actId="14100"/>
      <pc:docMkLst>
        <pc:docMk/>
      </pc:docMkLst>
      <pc:sldChg chg="addSp delSp modSp mod setBg modClrScheme chgLayout">
        <pc:chgData name="Poonam Chitare" userId="S::poonam.chitare@grihumhousing.com::16f1bd48-8f47-4169-8634-47fbb4141e07" providerId="AD" clId="Web-{358278FE-80A3-B2F4-05C7-D9133603C46C}" dt="2026-08-19T12:22:44.455" v="9"/>
        <pc:sldMkLst>
          <pc:docMk/>
          <pc:sldMk cId="109857222" sldId="256"/>
        </pc:sldMkLst>
        <pc:spChg chg="mod ord">
          <ac:chgData name="Poonam Chitare" userId="S::poonam.chitare@grihumhousing.com::16f1bd48-8f47-4169-8634-47fbb4141e07" providerId="AD" clId="Web-{358278FE-80A3-B2F4-05C7-D9133603C46C}" dt="2026-08-19T12:22:44.455" v="9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Poonam Chitare" userId="S::poonam.chitare@grihumhousing.com::16f1bd48-8f47-4169-8634-47fbb4141e07" providerId="AD" clId="Web-{358278FE-80A3-B2F4-05C7-D9133603C46C}" dt="2026-08-19T12:20:47.393" v="1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Poonam Chitare" userId="S::poonam.chitare@grihumhousing.com::16f1bd48-8f47-4169-8634-47fbb4141e07" providerId="AD" clId="Web-{358278FE-80A3-B2F4-05C7-D9133603C46C}" dt="2026-08-19T12:22:44.455" v="9"/>
          <ac:spMkLst>
            <pc:docMk/>
            <pc:sldMk cId="109857222" sldId="256"/>
            <ac:spMk id="7" creationId="{BAD76F3E-3A97-486B-B402-44400A8B9173}"/>
          </ac:spMkLst>
        </pc:spChg>
        <pc:spChg chg="add">
          <ac:chgData name="Poonam Chitare" userId="S::poonam.chitare@grihumhousing.com::16f1bd48-8f47-4169-8634-47fbb4141e07" providerId="AD" clId="Web-{358278FE-80A3-B2F4-05C7-D9133603C46C}" dt="2026-08-19T12:22:44.455" v="9"/>
          <ac:spMkLst>
            <pc:docMk/>
            <pc:sldMk cId="109857222" sldId="256"/>
            <ac:spMk id="9" creationId="{391F6B52-91F4-4AEB-B6DB-29FEBCF28C8B}"/>
          </ac:spMkLst>
        </pc:spChg>
        <pc:spChg chg="add">
          <ac:chgData name="Poonam Chitare" userId="S::poonam.chitare@grihumhousing.com::16f1bd48-8f47-4169-8634-47fbb4141e07" providerId="AD" clId="Web-{358278FE-80A3-B2F4-05C7-D9133603C46C}" dt="2026-08-19T12:22:44.455" v="9"/>
          <ac:spMkLst>
            <pc:docMk/>
            <pc:sldMk cId="109857222" sldId="256"/>
            <ac:spMk id="11" creationId="{2CD6F061-7C53-44F4-9794-953DB70A451B}"/>
          </ac:spMkLst>
        </pc:spChg>
      </pc:sldChg>
      <pc:sldChg chg="addSp delSp modSp new mod modClrScheme chgLayout">
        <pc:chgData name="Poonam Chitare" userId="S::poonam.chitare@grihumhousing.com::16f1bd48-8f47-4169-8634-47fbb4141e07" providerId="AD" clId="Web-{358278FE-80A3-B2F4-05C7-D9133603C46C}" dt="2026-08-20T07:20:23.916" v="440" actId="20577"/>
        <pc:sldMkLst>
          <pc:docMk/>
          <pc:sldMk cId="3266427361" sldId="257"/>
        </pc:sldMkLst>
        <pc:spChg chg="mod ord">
          <ac:chgData name="Poonam Chitare" userId="S::poonam.chitare@grihumhousing.com::16f1bd48-8f47-4169-8634-47fbb4141e07" providerId="AD" clId="Web-{358278FE-80A3-B2F4-05C7-D9133603C46C}" dt="2026-08-19T12:25:39.081" v="37" actId="14100"/>
          <ac:spMkLst>
            <pc:docMk/>
            <pc:sldMk cId="3266427361" sldId="257"/>
            <ac:spMk id="2" creationId="{B80DA5DA-3528-5CF3-8D34-7F3F4F74021A}"/>
          </ac:spMkLst>
        </pc:spChg>
        <pc:spChg chg="del">
          <ac:chgData name="Poonam Chitare" userId="S::poonam.chitare@grihumhousing.com::16f1bd48-8f47-4169-8634-47fbb4141e07" providerId="AD" clId="Web-{358278FE-80A3-B2F4-05C7-D9133603C46C}" dt="2026-08-19T12:22:51.784" v="10"/>
          <ac:spMkLst>
            <pc:docMk/>
            <pc:sldMk cId="3266427361" sldId="257"/>
            <ac:spMk id="3" creationId="{EEFFE9E3-CD97-D832-5DAF-F6CB9609223F}"/>
          </ac:spMkLst>
        </pc:spChg>
        <pc:spChg chg="add mod ord">
          <ac:chgData name="Poonam Chitare" userId="S::poonam.chitare@grihumhousing.com::16f1bd48-8f47-4169-8634-47fbb4141e07" providerId="AD" clId="Web-{358278FE-80A3-B2F4-05C7-D9133603C46C}" dt="2026-08-20T07:20:23.916" v="440" actId="20577"/>
          <ac:spMkLst>
            <pc:docMk/>
            <pc:sldMk cId="3266427361" sldId="257"/>
            <ac:spMk id="4" creationId="{F238A8F5-BB41-4210-C813-ABA32DE41F0A}"/>
          </ac:spMkLst>
        </pc:spChg>
      </pc:sldChg>
      <pc:sldChg chg="addSp delSp modSp new mod setBg">
        <pc:chgData name="Poonam Chitare" userId="S::poonam.chitare@grihumhousing.com::16f1bd48-8f47-4169-8634-47fbb4141e07" providerId="AD" clId="Web-{358278FE-80A3-B2F4-05C7-D9133603C46C}" dt="2026-08-19T12:40:23.916" v="282" actId="1076"/>
        <pc:sldMkLst>
          <pc:docMk/>
          <pc:sldMk cId="2445037769" sldId="258"/>
        </pc:sldMkLst>
        <pc:spChg chg="mod">
          <ac:chgData name="Poonam Chitare" userId="S::poonam.chitare@grihumhousing.com::16f1bd48-8f47-4169-8634-47fbb4141e07" providerId="AD" clId="Web-{358278FE-80A3-B2F4-05C7-D9133603C46C}" dt="2026-08-19T12:39:05.822" v="268"/>
          <ac:spMkLst>
            <pc:docMk/>
            <pc:sldMk cId="2445037769" sldId="258"/>
            <ac:spMk id="2" creationId="{FE97B77F-4EC5-EE24-1E2D-9B7A08B7B6AE}"/>
          </ac:spMkLst>
        </pc:spChg>
        <pc:spChg chg="del">
          <ac:chgData name="Poonam Chitare" userId="S::poonam.chitare@grihumhousing.com::16f1bd48-8f47-4169-8634-47fbb4141e07" providerId="AD" clId="Web-{358278FE-80A3-B2F4-05C7-D9133603C46C}" dt="2026-08-19T12:38:11.931" v="254"/>
          <ac:spMkLst>
            <pc:docMk/>
            <pc:sldMk cId="2445037769" sldId="258"/>
            <ac:spMk id="3" creationId="{EC4E8CDC-0B83-26EF-3963-321B6D0B039C}"/>
          </ac:spMkLst>
        </pc:spChg>
        <pc:spChg chg="add mod">
          <ac:chgData name="Poonam Chitare" userId="S::poonam.chitare@grihumhousing.com::16f1bd48-8f47-4169-8634-47fbb4141e07" providerId="AD" clId="Web-{358278FE-80A3-B2F4-05C7-D9133603C46C}" dt="2026-08-19T12:39:31.603" v="272"/>
          <ac:spMkLst>
            <pc:docMk/>
            <pc:sldMk cId="2445037769" sldId="258"/>
            <ac:spMk id="5" creationId="{E37A808E-8D12-91C1-3E27-9900A1A9BDA5}"/>
          </ac:spMkLst>
        </pc:spChg>
        <pc:spChg chg="add mod">
          <ac:chgData name="Poonam Chitare" userId="S::poonam.chitare@grihumhousing.com::16f1bd48-8f47-4169-8634-47fbb4141e07" providerId="AD" clId="Web-{358278FE-80A3-B2F4-05C7-D9133603C46C}" dt="2026-08-19T12:39:50.213" v="276"/>
          <ac:spMkLst>
            <pc:docMk/>
            <pc:sldMk cId="2445037769" sldId="258"/>
            <ac:spMk id="6" creationId="{56910FEF-1B0D-96CF-C294-A0ACF89E640D}"/>
          </ac:spMkLst>
        </pc:spChg>
        <pc:spChg chg="add mod">
          <ac:chgData name="Poonam Chitare" userId="S::poonam.chitare@grihumhousing.com::16f1bd48-8f47-4169-8634-47fbb4141e07" providerId="AD" clId="Web-{358278FE-80A3-B2F4-05C7-D9133603C46C}" dt="2026-08-19T12:40:23.916" v="282" actId="1076"/>
          <ac:spMkLst>
            <pc:docMk/>
            <pc:sldMk cId="2445037769" sldId="258"/>
            <ac:spMk id="7" creationId="{B8B5F0E0-1F7C-082D-026C-BB4EC9AE58FC}"/>
          </ac:spMkLst>
        </pc:spChg>
        <pc:spChg chg="add del">
          <ac:chgData name="Poonam Chitare" userId="S::poonam.chitare@grihumhousing.com::16f1bd48-8f47-4169-8634-47fbb4141e07" providerId="AD" clId="Web-{358278FE-80A3-B2F4-05C7-D9133603C46C}" dt="2026-08-19T12:38:23.291" v="256"/>
          <ac:spMkLst>
            <pc:docMk/>
            <pc:sldMk cId="2445037769" sldId="258"/>
            <ac:spMk id="8" creationId="{90BA60D5-2FD5-0A08-E3D4-23778096D70C}"/>
          </ac:spMkLst>
        </pc:spChg>
        <pc:spChg chg="add del">
          <ac:chgData name="Poonam Chitare" userId="S::poonam.chitare@grihumhousing.com::16f1bd48-8f47-4169-8634-47fbb4141e07" providerId="AD" clId="Web-{358278FE-80A3-B2F4-05C7-D9133603C46C}" dt="2026-08-19T12:38:28.369" v="258"/>
          <ac:spMkLst>
            <pc:docMk/>
            <pc:sldMk cId="2445037769" sldId="258"/>
            <ac:spMk id="9" creationId="{059E733E-C124-4E2D-A404-9FB160C87ECA}"/>
          </ac:spMkLst>
        </pc:spChg>
        <pc:spChg chg="add del">
          <ac:chgData name="Poonam Chitare" userId="S::poonam.chitare@grihumhousing.com::16f1bd48-8f47-4169-8634-47fbb4141e07" providerId="AD" clId="Web-{358278FE-80A3-B2F4-05C7-D9133603C46C}" dt="2026-08-19T12:38:23.291" v="256"/>
          <ac:spMkLst>
            <pc:docMk/>
            <pc:sldMk cId="2445037769" sldId="258"/>
            <ac:spMk id="11" creationId="{FFB60E8C-7224-44A4-87A0-46A1711DD2ED}"/>
          </ac:spMkLst>
        </pc:spChg>
        <pc:spChg chg="add del">
          <ac:chgData name="Poonam Chitare" userId="S::poonam.chitare@grihumhousing.com::16f1bd48-8f47-4169-8634-47fbb4141e07" providerId="AD" clId="Web-{358278FE-80A3-B2F4-05C7-D9133603C46C}" dt="2026-08-19T12:38:23.291" v="256"/>
          <ac:spMkLst>
            <pc:docMk/>
            <pc:sldMk cId="2445037769" sldId="258"/>
            <ac:spMk id="13" creationId="{5DA32751-37A2-45C0-BE94-63D375E27003}"/>
          </ac:spMkLst>
        </pc:spChg>
        <pc:spChg chg="add del">
          <ac:chgData name="Poonam Chitare" userId="S::poonam.chitare@grihumhousing.com::16f1bd48-8f47-4169-8634-47fbb4141e07" providerId="AD" clId="Web-{358278FE-80A3-B2F4-05C7-D9133603C46C}" dt="2026-08-19T12:38:23.291" v="256"/>
          <ac:spMkLst>
            <pc:docMk/>
            <pc:sldMk cId="2445037769" sldId="258"/>
            <ac:spMk id="15" creationId="{E659831F-0D9A-4C63-9EBB-8435B85A440F}"/>
          </ac:spMkLst>
        </pc:spChg>
        <pc:spChg chg="add del">
          <ac:chgData name="Poonam Chitare" userId="S::poonam.chitare@grihumhousing.com::16f1bd48-8f47-4169-8634-47fbb4141e07" providerId="AD" clId="Web-{358278FE-80A3-B2F4-05C7-D9133603C46C}" dt="2026-08-19T12:38:23.291" v="256"/>
          <ac:spMkLst>
            <pc:docMk/>
            <pc:sldMk cId="2445037769" sldId="258"/>
            <ac:spMk id="17" creationId="{5A55FBCD-CD42-40F5-8A1B-3203F9CAEEAA}"/>
          </ac:spMkLst>
        </pc:spChg>
        <pc:spChg chg="add del">
          <ac:chgData name="Poonam Chitare" userId="S::poonam.chitare@grihumhousing.com::16f1bd48-8f47-4169-8634-47fbb4141e07" providerId="AD" clId="Web-{358278FE-80A3-B2F4-05C7-D9133603C46C}" dt="2026-08-19T12:38:28.369" v="258"/>
          <ac:spMkLst>
            <pc:docMk/>
            <pc:sldMk cId="2445037769" sldId="258"/>
            <ac:spMk id="23" creationId="{7EA2FCBD-319F-4A4F-9834-E50E3DD2A028}"/>
          </ac:spMkLst>
        </pc:spChg>
        <pc:spChg chg="add del">
          <ac:chgData name="Poonam Chitare" userId="S::poonam.chitare@grihumhousing.com::16f1bd48-8f47-4169-8634-47fbb4141e07" providerId="AD" clId="Web-{358278FE-80A3-B2F4-05C7-D9133603C46C}" dt="2026-08-19T12:39:05.822" v="268"/>
          <ac:spMkLst>
            <pc:docMk/>
            <pc:sldMk cId="2445037769" sldId="258"/>
            <ac:spMk id="26" creationId="{A8908DB7-C3A6-4FCB-9820-CEE02B398C4A}"/>
          </ac:spMkLst>
        </pc:spChg>
        <pc:spChg chg="add del">
          <ac:chgData name="Poonam Chitare" userId="S::poonam.chitare@grihumhousing.com::16f1bd48-8f47-4169-8634-47fbb4141e07" providerId="AD" clId="Web-{358278FE-80A3-B2F4-05C7-D9133603C46C}" dt="2026-08-19T12:39:05.822" v="268"/>
          <ac:spMkLst>
            <pc:docMk/>
            <pc:sldMk cId="2445037769" sldId="258"/>
            <ac:spMk id="27" creationId="{535742DD-1B16-4E9D-B715-0D74B4574A68}"/>
          </ac:spMkLst>
        </pc:spChg>
        <pc:spChg chg="add del mod">
          <ac:chgData name="Poonam Chitare" userId="S::poonam.chitare@grihumhousing.com::16f1bd48-8f47-4169-8634-47fbb4141e07" providerId="AD" clId="Web-{358278FE-80A3-B2F4-05C7-D9133603C46C}" dt="2026-08-19T12:39:05.822" v="268"/>
          <ac:spMkLst>
            <pc:docMk/>
            <pc:sldMk cId="2445037769" sldId="258"/>
            <ac:spMk id="28" creationId="{C687DD58-E9F4-A062-085E-F89CD44EA21B}"/>
          </ac:spMkLst>
        </pc:spChg>
        <pc:grpChg chg="add del">
          <ac:chgData name="Poonam Chitare" userId="S::poonam.chitare@grihumhousing.com::16f1bd48-8f47-4169-8634-47fbb4141e07" providerId="AD" clId="Web-{358278FE-80A3-B2F4-05C7-D9133603C46C}" dt="2026-08-19T12:38:28.369" v="258"/>
          <ac:grpSpMkLst>
            <pc:docMk/>
            <pc:sldMk cId="2445037769" sldId="258"/>
            <ac:grpSpMk id="21" creationId="{02E8B24A-E924-4EA4-951E-022F5DCF4279}"/>
          </ac:grpSpMkLst>
        </pc:grpChg>
        <pc:grpChg chg="add del">
          <ac:chgData name="Poonam Chitare" userId="S::poonam.chitare@grihumhousing.com::16f1bd48-8f47-4169-8634-47fbb4141e07" providerId="AD" clId="Web-{358278FE-80A3-B2F4-05C7-D9133603C46C}" dt="2026-08-19T12:38:28.369" v="258"/>
          <ac:grpSpMkLst>
            <pc:docMk/>
            <pc:sldMk cId="2445037769" sldId="258"/>
            <ac:grpSpMk id="24" creationId="{5E7D06D7-1FB8-42CA-B761-FC8150D22CE7}"/>
          </ac:grpSpMkLst>
        </pc:grpChg>
        <pc:picChg chg="add mod ord">
          <ac:chgData name="Poonam Chitare" userId="S::poonam.chitare@grihumhousing.com::16f1bd48-8f47-4169-8634-47fbb4141e07" providerId="AD" clId="Web-{358278FE-80A3-B2F4-05C7-D9133603C46C}" dt="2026-08-19T12:39:05.822" v="268"/>
          <ac:picMkLst>
            <pc:docMk/>
            <pc:sldMk cId="2445037769" sldId="258"/>
            <ac:picMk id="4" creationId="{8D011376-7992-FF08-F225-22D034AC1555}"/>
          </ac:picMkLst>
        </pc:picChg>
      </pc:sldChg>
      <pc:sldChg chg="addSp delSp modSp new">
        <pc:chgData name="Poonam Chitare" userId="S::poonam.chitare@grihumhousing.com::16f1bd48-8f47-4169-8634-47fbb4141e07" providerId="AD" clId="Web-{358278FE-80A3-B2F4-05C7-D9133603C46C}" dt="2026-08-20T07:37:49.793" v="449" actId="14100"/>
        <pc:sldMkLst>
          <pc:docMk/>
          <pc:sldMk cId="285843508" sldId="259"/>
        </pc:sldMkLst>
        <pc:spChg chg="mod">
          <ac:chgData name="Poonam Chitare" userId="S::poonam.chitare@grihumhousing.com::16f1bd48-8f47-4169-8634-47fbb4141e07" providerId="AD" clId="Web-{358278FE-80A3-B2F4-05C7-D9133603C46C}" dt="2026-08-19T12:45:15.119" v="288" actId="20577"/>
          <ac:spMkLst>
            <pc:docMk/>
            <pc:sldMk cId="285843508" sldId="259"/>
            <ac:spMk id="2" creationId="{31088FE4-5A2E-16DB-E57C-5C78FC6CC54A}"/>
          </ac:spMkLst>
        </pc:spChg>
        <pc:spChg chg="add del">
          <ac:chgData name="Poonam Chitare" userId="S::poonam.chitare@grihumhousing.com::16f1bd48-8f47-4169-8634-47fbb4141e07" providerId="AD" clId="Web-{358278FE-80A3-B2F4-05C7-D9133603C46C}" dt="2026-08-19T12:44:56.135" v="286"/>
          <ac:spMkLst>
            <pc:docMk/>
            <pc:sldMk cId="285843508" sldId="259"/>
            <ac:spMk id="3" creationId="{9F9893E9-5BEA-AA42-1EEC-32D1564A8F46}"/>
          </ac:spMkLst>
        </pc:spChg>
        <pc:spChg chg="add del mod">
          <ac:chgData name="Poonam Chitare" userId="S::poonam.chitare@grihumhousing.com::16f1bd48-8f47-4169-8634-47fbb4141e07" providerId="AD" clId="Web-{358278FE-80A3-B2F4-05C7-D9133603C46C}" dt="2026-08-20T07:37:42.105" v="446"/>
          <ac:spMkLst>
            <pc:docMk/>
            <pc:sldMk cId="285843508" sldId="259"/>
            <ac:spMk id="4" creationId="{5B021535-C789-31E6-515B-A04BED7381E3}"/>
          </ac:spMkLst>
        </pc:spChg>
        <pc:graphicFrameChg chg="add del mod ord modGraphic">
          <ac:chgData name="Poonam Chitare" userId="S::poonam.chitare@grihumhousing.com::16f1bd48-8f47-4169-8634-47fbb4141e07" providerId="AD" clId="Web-{358278FE-80A3-B2F4-05C7-D9133603C46C}" dt="2026-08-20T07:37:38.449" v="445"/>
          <ac:graphicFrameMkLst>
            <pc:docMk/>
            <pc:sldMk cId="285843508" sldId="259"/>
            <ac:graphicFrameMk id="7" creationId="{F37E6B2D-D0E9-2AD8-71C6-7410C49CE8B5}"/>
          </ac:graphicFrameMkLst>
        </pc:graphicFrameChg>
        <pc:picChg chg="add del mod ord">
          <ac:chgData name="Poonam Chitare" userId="S::poonam.chitare@grihumhousing.com::16f1bd48-8f47-4169-8634-47fbb4141e07" providerId="AD" clId="Web-{358278FE-80A3-B2F4-05C7-D9133603C46C}" dt="2026-08-19T12:44:11.619" v="285"/>
          <ac:picMkLst>
            <pc:docMk/>
            <pc:sldMk cId="285843508" sldId="259"/>
            <ac:picMk id="4" creationId="{5B384FAD-F830-D1C9-62E7-0830A044D59E}"/>
          </ac:picMkLst>
        </pc:picChg>
        <pc:picChg chg="add del mod ord">
          <ac:chgData name="Poonam Chitare" userId="S::poonam.chitare@grihumhousing.com::16f1bd48-8f47-4169-8634-47fbb4141e07" providerId="AD" clId="Web-{358278FE-80A3-B2F4-05C7-D9133603C46C}" dt="2026-08-20T07:34:59.043" v="441"/>
          <ac:picMkLst>
            <pc:docMk/>
            <pc:sldMk cId="285843508" sldId="259"/>
            <ac:picMk id="5" creationId="{2A38ED96-EA46-4FC9-EEE5-C5B5717F64C6}"/>
          </ac:picMkLst>
        </pc:picChg>
        <pc:picChg chg="add del mod ord">
          <ac:chgData name="Poonam Chitare" userId="S::poonam.chitare@grihumhousing.com::16f1bd48-8f47-4169-8634-47fbb4141e07" providerId="AD" clId="Web-{358278FE-80A3-B2F4-05C7-D9133603C46C}" dt="2026-08-20T07:35:05.136" v="443"/>
          <ac:picMkLst>
            <pc:docMk/>
            <pc:sldMk cId="285843508" sldId="259"/>
            <ac:picMk id="6" creationId="{D16B73E6-147E-9FB6-A181-4AAF8F52BCC4}"/>
          </ac:picMkLst>
        </pc:picChg>
        <pc:picChg chg="add mod ord">
          <ac:chgData name="Poonam Chitare" userId="S::poonam.chitare@grihumhousing.com::16f1bd48-8f47-4169-8634-47fbb4141e07" providerId="AD" clId="Web-{358278FE-80A3-B2F4-05C7-D9133603C46C}" dt="2026-08-20T07:37:49.793" v="449" actId="14100"/>
          <ac:picMkLst>
            <pc:docMk/>
            <pc:sldMk cId="285843508" sldId="259"/>
            <ac:picMk id="14" creationId="{5FBCE545-8D10-FA1A-EBF6-B11ED7D03EC7}"/>
          </ac:picMkLst>
        </pc:picChg>
      </pc:sldChg>
      <pc:sldChg chg="addSp delSp modSp new mod setBg modClrScheme delDesignElem chgLayout">
        <pc:chgData name="Poonam Chitare" userId="S::poonam.chitare@grihumhousing.com::16f1bd48-8f47-4169-8634-47fbb4141e07" providerId="AD" clId="Web-{358278FE-80A3-B2F4-05C7-D9133603C46C}" dt="2026-08-19T12:46:17.463" v="304"/>
        <pc:sldMkLst>
          <pc:docMk/>
          <pc:sldMk cId="1584929544" sldId="260"/>
        </pc:sldMkLst>
        <pc:spChg chg="mod ord">
          <ac:chgData name="Poonam Chitare" userId="S::poonam.chitare@grihumhousing.com::16f1bd48-8f47-4169-8634-47fbb4141e07" providerId="AD" clId="Web-{358278FE-80A3-B2F4-05C7-D9133603C46C}" dt="2026-08-19T12:46:17.463" v="304"/>
          <ac:spMkLst>
            <pc:docMk/>
            <pc:sldMk cId="1584929544" sldId="260"/>
            <ac:spMk id="2" creationId="{565EC3F6-C0FB-6143-F60F-BD147A772D22}"/>
          </ac:spMkLst>
        </pc:spChg>
        <pc:spChg chg="del mod">
          <ac:chgData name="Poonam Chitare" userId="S::poonam.chitare@grihumhousing.com::16f1bd48-8f47-4169-8634-47fbb4141e07" providerId="AD" clId="Web-{358278FE-80A3-B2F4-05C7-D9133603C46C}" dt="2026-08-19T12:46:05.354" v="303"/>
          <ac:spMkLst>
            <pc:docMk/>
            <pc:sldMk cId="1584929544" sldId="260"/>
            <ac:spMk id="3" creationId="{C8A79CB2-263E-D0A6-63C0-FE9D3B37790A}"/>
          </ac:spMkLst>
        </pc:spChg>
        <pc:spChg chg="add">
          <ac:chgData name="Poonam Chitare" userId="S::poonam.chitare@grihumhousing.com::16f1bd48-8f47-4169-8634-47fbb4141e07" providerId="AD" clId="Web-{358278FE-80A3-B2F4-05C7-D9133603C46C}" dt="2026-08-19T12:46:17.463" v="304"/>
          <ac:spMkLst>
            <pc:docMk/>
            <pc:sldMk cId="1584929544" sldId="260"/>
            <ac:spMk id="7" creationId="{FFD48BC7-DC40-47DE-87EE-9F4B6ECB9ABB}"/>
          </ac:spMkLst>
        </pc:spChg>
        <pc:spChg chg="add del">
          <ac:chgData name="Poonam Chitare" userId="S::poonam.chitare@grihumhousing.com::16f1bd48-8f47-4169-8634-47fbb4141e07" providerId="AD" clId="Web-{358278FE-80A3-B2F4-05C7-D9133603C46C}" dt="2026-08-19T12:46:05.354" v="303"/>
          <ac:spMkLst>
            <pc:docMk/>
            <pc:sldMk cId="1584929544" sldId="260"/>
            <ac:spMk id="8" creationId="{DAF1966E-FD40-4A4A-B61B-C4DF7FA05F06}"/>
          </ac:spMkLst>
        </pc:spChg>
        <pc:spChg chg="add">
          <ac:chgData name="Poonam Chitare" userId="S::poonam.chitare@grihumhousing.com::16f1bd48-8f47-4169-8634-47fbb4141e07" providerId="AD" clId="Web-{358278FE-80A3-B2F4-05C7-D9133603C46C}" dt="2026-08-19T12:46:17.463" v="304"/>
          <ac:spMkLst>
            <pc:docMk/>
            <pc:sldMk cId="1584929544" sldId="260"/>
            <ac:spMk id="9" creationId="{E502BBC7-2C76-46F3-BC24-5985BC13DB88}"/>
          </ac:spMkLst>
        </pc:spChg>
        <pc:spChg chg="add del">
          <ac:chgData name="Poonam Chitare" userId="S::poonam.chitare@grihumhousing.com::16f1bd48-8f47-4169-8634-47fbb4141e07" providerId="AD" clId="Web-{358278FE-80A3-B2F4-05C7-D9133603C46C}" dt="2026-08-19T12:46:05.354" v="303"/>
          <ac:spMkLst>
            <pc:docMk/>
            <pc:sldMk cId="1584929544" sldId="260"/>
            <ac:spMk id="10" creationId="{047BFA19-D45E-416B-A404-7AF2F3F27017}"/>
          </ac:spMkLst>
        </pc:spChg>
        <pc:spChg chg="add">
          <ac:chgData name="Poonam Chitare" userId="S::poonam.chitare@grihumhousing.com::16f1bd48-8f47-4169-8634-47fbb4141e07" providerId="AD" clId="Web-{358278FE-80A3-B2F4-05C7-D9133603C46C}" dt="2026-08-19T12:46:17.463" v="304"/>
          <ac:spMkLst>
            <pc:docMk/>
            <pc:sldMk cId="1584929544" sldId="260"/>
            <ac:spMk id="11" creationId="{C7F28D52-2A5F-4D23-81AE-7CB8B591C7AF}"/>
          </ac:spMkLst>
        </pc:spChg>
        <pc:spChg chg="add del">
          <ac:chgData name="Poonam Chitare" userId="S::poonam.chitare@grihumhousing.com::16f1bd48-8f47-4169-8634-47fbb4141e07" providerId="AD" clId="Web-{358278FE-80A3-B2F4-05C7-D9133603C46C}" dt="2026-08-19T12:46:05.354" v="303"/>
          <ac:spMkLst>
            <pc:docMk/>
            <pc:sldMk cId="1584929544" sldId="260"/>
            <ac:spMk id="12" creationId="{8E0105E7-23DB-4CF2-8258-FF47C7620F6E}"/>
          </ac:spMkLst>
        </pc:spChg>
        <pc:spChg chg="add">
          <ac:chgData name="Poonam Chitare" userId="S::poonam.chitare@grihumhousing.com::16f1bd48-8f47-4169-8634-47fbb4141e07" providerId="AD" clId="Web-{358278FE-80A3-B2F4-05C7-D9133603C46C}" dt="2026-08-19T12:46:17.463" v="304"/>
          <ac:spMkLst>
            <pc:docMk/>
            <pc:sldMk cId="1584929544" sldId="260"/>
            <ac:spMk id="13" creationId="{3629484E-3792-4B3D-89AD-7C8A1ED0E0D4}"/>
          </ac:spMkLst>
        </pc:spChg>
        <pc:spChg chg="add del">
          <ac:chgData name="Poonam Chitare" userId="S::poonam.chitare@grihumhousing.com::16f1bd48-8f47-4169-8634-47fbb4141e07" providerId="AD" clId="Web-{358278FE-80A3-B2F4-05C7-D9133603C46C}" dt="2026-08-19T12:46:05.354" v="303"/>
          <ac:spMkLst>
            <pc:docMk/>
            <pc:sldMk cId="1584929544" sldId="260"/>
            <ac:spMk id="14" creationId="{074B4F7D-14B2-478B-8BF5-01E4E0C5D263}"/>
          </ac:spMkLst>
        </pc:spChg>
      </pc:sldChg>
      <pc:sldChg chg="addSp modSp new">
        <pc:chgData name="Poonam Chitare" userId="S::poonam.chitare@grihumhousing.com::16f1bd48-8f47-4169-8634-47fbb4141e07" providerId="AD" clId="Web-{358278FE-80A3-B2F4-05C7-D9133603C46C}" dt="2026-08-19T12:49:33.495" v="313" actId="1076"/>
        <pc:sldMkLst>
          <pc:docMk/>
          <pc:sldMk cId="383695955" sldId="261"/>
        </pc:sldMkLst>
        <pc:spChg chg="add mod">
          <ac:chgData name="Poonam Chitare" userId="S::poonam.chitare@grihumhousing.com::16f1bd48-8f47-4169-8634-47fbb4141e07" providerId="AD" clId="Web-{358278FE-80A3-B2F4-05C7-D9133603C46C}" dt="2026-08-19T12:49:33.495" v="313" actId="1076"/>
          <ac:spMkLst>
            <pc:docMk/>
            <pc:sldMk cId="383695955" sldId="261"/>
            <ac:spMk id="3" creationId="{E0DE0EDA-9B23-1E29-86A3-67201CBC87D8}"/>
          </ac:spMkLst>
        </pc:spChg>
        <pc:picChg chg="add mod">
          <ac:chgData name="Poonam Chitare" userId="S::poonam.chitare@grihumhousing.com::16f1bd48-8f47-4169-8634-47fbb4141e07" providerId="AD" clId="Web-{358278FE-80A3-B2F4-05C7-D9133603C46C}" dt="2026-08-19T12:47:41.541" v="308" actId="14100"/>
          <ac:picMkLst>
            <pc:docMk/>
            <pc:sldMk cId="383695955" sldId="261"/>
            <ac:picMk id="2" creationId="{E613091F-FAD2-DFEE-E534-6C158CF6D340}"/>
          </ac:picMkLst>
        </pc:picChg>
      </pc:sldChg>
      <pc:sldChg chg="addSp modSp new">
        <pc:chgData name="Poonam Chitare" userId="S::poonam.chitare@grihumhousing.com::16f1bd48-8f47-4169-8634-47fbb4141e07" providerId="AD" clId="Web-{358278FE-80A3-B2F4-05C7-D9133603C46C}" dt="2026-08-19T12:50:29.588" v="322" actId="1076"/>
        <pc:sldMkLst>
          <pc:docMk/>
          <pc:sldMk cId="2555306105" sldId="262"/>
        </pc:sldMkLst>
        <pc:spChg chg="add mod">
          <ac:chgData name="Poonam Chitare" userId="S::poonam.chitare@grihumhousing.com::16f1bd48-8f47-4169-8634-47fbb4141e07" providerId="AD" clId="Web-{358278FE-80A3-B2F4-05C7-D9133603C46C}" dt="2026-08-19T12:50:29.588" v="322" actId="1076"/>
          <ac:spMkLst>
            <pc:docMk/>
            <pc:sldMk cId="2555306105" sldId="262"/>
            <ac:spMk id="3" creationId="{FAC54460-29F7-D388-3099-1382804C05CC}"/>
          </ac:spMkLst>
        </pc:spChg>
        <pc:picChg chg="add mod">
          <ac:chgData name="Poonam Chitare" userId="S::poonam.chitare@grihumhousing.com::16f1bd48-8f47-4169-8634-47fbb4141e07" providerId="AD" clId="Web-{358278FE-80A3-B2F4-05C7-D9133603C46C}" dt="2026-08-19T12:50:09.635" v="317" actId="14100"/>
          <ac:picMkLst>
            <pc:docMk/>
            <pc:sldMk cId="2555306105" sldId="262"/>
            <ac:picMk id="2" creationId="{3EB8E50A-54B3-436D-2473-520770C7B1F8}"/>
          </ac:picMkLst>
        </pc:picChg>
      </pc:sldChg>
      <pc:sldChg chg="addSp modSp new">
        <pc:chgData name="Poonam Chitare" userId="S::poonam.chitare@grihumhousing.com::16f1bd48-8f47-4169-8634-47fbb4141e07" providerId="AD" clId="Web-{358278FE-80A3-B2F4-05C7-D9133603C46C}" dt="2026-08-19T12:51:28.166" v="330"/>
        <pc:sldMkLst>
          <pc:docMk/>
          <pc:sldMk cId="1279581031" sldId="263"/>
        </pc:sldMkLst>
        <pc:spChg chg="add mod">
          <ac:chgData name="Poonam Chitare" userId="S::poonam.chitare@grihumhousing.com::16f1bd48-8f47-4169-8634-47fbb4141e07" providerId="AD" clId="Web-{358278FE-80A3-B2F4-05C7-D9133603C46C}" dt="2026-08-19T12:51:28.166" v="330"/>
          <ac:spMkLst>
            <pc:docMk/>
            <pc:sldMk cId="1279581031" sldId="263"/>
            <ac:spMk id="3" creationId="{6FB81B80-7191-E61C-6C03-0252B6FAB5FE}"/>
          </ac:spMkLst>
        </pc:spChg>
        <pc:picChg chg="add mod">
          <ac:chgData name="Poonam Chitare" userId="S::poonam.chitare@grihumhousing.com::16f1bd48-8f47-4169-8634-47fbb4141e07" providerId="AD" clId="Web-{358278FE-80A3-B2F4-05C7-D9133603C46C}" dt="2026-08-19T12:51:09.932" v="326" actId="14100"/>
          <ac:picMkLst>
            <pc:docMk/>
            <pc:sldMk cId="1279581031" sldId="263"/>
            <ac:picMk id="2" creationId="{BAB5002D-5798-B3C8-39E8-8D6C97740736}"/>
          </ac:picMkLst>
        </pc:picChg>
      </pc:sldChg>
      <pc:sldChg chg="addSp modSp new">
        <pc:chgData name="Poonam Chitare" userId="S::poonam.chitare@grihumhousing.com::16f1bd48-8f47-4169-8634-47fbb4141e07" providerId="AD" clId="Web-{358278FE-80A3-B2F4-05C7-D9133603C46C}" dt="2026-08-19T12:52:14.729" v="338"/>
        <pc:sldMkLst>
          <pc:docMk/>
          <pc:sldMk cId="172865670" sldId="264"/>
        </pc:sldMkLst>
        <pc:spChg chg="add mod">
          <ac:chgData name="Poonam Chitare" userId="S::poonam.chitare@grihumhousing.com::16f1bd48-8f47-4169-8634-47fbb4141e07" providerId="AD" clId="Web-{358278FE-80A3-B2F4-05C7-D9133603C46C}" dt="2026-08-19T12:52:14.729" v="338"/>
          <ac:spMkLst>
            <pc:docMk/>
            <pc:sldMk cId="172865670" sldId="264"/>
            <ac:spMk id="3" creationId="{CA7CCE1B-353F-5D12-EC8C-FB2DB25730BB}"/>
          </ac:spMkLst>
        </pc:spChg>
        <pc:picChg chg="add mod">
          <ac:chgData name="Poonam Chitare" userId="S::poonam.chitare@grihumhousing.com::16f1bd48-8f47-4169-8634-47fbb4141e07" providerId="AD" clId="Web-{358278FE-80A3-B2F4-05C7-D9133603C46C}" dt="2026-08-19T12:52:00.104" v="334" actId="14100"/>
          <ac:picMkLst>
            <pc:docMk/>
            <pc:sldMk cId="172865670" sldId="264"/>
            <ac:picMk id="2" creationId="{D8D0874F-5442-0A25-D291-B65172B4039A}"/>
          </ac:picMkLst>
        </pc:picChg>
      </pc:sldChg>
      <pc:sldChg chg="addSp modSp new">
        <pc:chgData name="Poonam Chitare" userId="S::poonam.chitare@grihumhousing.com::16f1bd48-8f47-4169-8634-47fbb4141e07" providerId="AD" clId="Web-{358278FE-80A3-B2F4-05C7-D9133603C46C}" dt="2026-08-19T12:52:53.307" v="346"/>
        <pc:sldMkLst>
          <pc:docMk/>
          <pc:sldMk cId="3987365126" sldId="265"/>
        </pc:sldMkLst>
        <pc:spChg chg="add mod">
          <ac:chgData name="Poonam Chitare" userId="S::poonam.chitare@grihumhousing.com::16f1bd48-8f47-4169-8634-47fbb4141e07" providerId="AD" clId="Web-{358278FE-80A3-B2F4-05C7-D9133603C46C}" dt="2026-08-19T12:52:53.307" v="346"/>
          <ac:spMkLst>
            <pc:docMk/>
            <pc:sldMk cId="3987365126" sldId="265"/>
            <ac:spMk id="3" creationId="{993A8E34-0775-D4BC-E4DD-9DF7105C4D60}"/>
          </ac:spMkLst>
        </pc:spChg>
        <pc:picChg chg="add mod">
          <ac:chgData name="Poonam Chitare" userId="S::poonam.chitare@grihumhousing.com::16f1bd48-8f47-4169-8634-47fbb4141e07" providerId="AD" clId="Web-{358278FE-80A3-B2F4-05C7-D9133603C46C}" dt="2026-08-19T12:52:37.526" v="342" actId="14100"/>
          <ac:picMkLst>
            <pc:docMk/>
            <pc:sldMk cId="3987365126" sldId="265"/>
            <ac:picMk id="2" creationId="{3A545E45-0CA9-B4F8-9AD8-2B2DA306ACE2}"/>
          </ac:picMkLst>
        </pc:picChg>
      </pc:sldChg>
      <pc:sldChg chg="addSp modSp new">
        <pc:chgData name="Poonam Chitare" userId="S::poonam.chitare@grihumhousing.com::16f1bd48-8f47-4169-8634-47fbb4141e07" providerId="AD" clId="Web-{358278FE-80A3-B2F4-05C7-D9133603C46C}" dt="2026-08-19T12:53:50.573" v="353"/>
        <pc:sldMkLst>
          <pc:docMk/>
          <pc:sldMk cId="1557765188" sldId="266"/>
        </pc:sldMkLst>
        <pc:spChg chg="add mod">
          <ac:chgData name="Poonam Chitare" userId="S::poonam.chitare@grihumhousing.com::16f1bd48-8f47-4169-8634-47fbb4141e07" providerId="AD" clId="Web-{358278FE-80A3-B2F4-05C7-D9133603C46C}" dt="2026-08-19T12:53:50.573" v="353"/>
          <ac:spMkLst>
            <pc:docMk/>
            <pc:sldMk cId="1557765188" sldId="266"/>
            <ac:spMk id="3" creationId="{108B86DA-76C5-B089-D435-CFF29D56D453}"/>
          </ac:spMkLst>
        </pc:spChg>
        <pc:picChg chg="add mod">
          <ac:chgData name="Poonam Chitare" userId="S::poonam.chitare@grihumhousing.com::16f1bd48-8f47-4169-8634-47fbb4141e07" providerId="AD" clId="Web-{358278FE-80A3-B2F4-05C7-D9133603C46C}" dt="2026-08-19T12:53:37.401" v="350" actId="14100"/>
          <ac:picMkLst>
            <pc:docMk/>
            <pc:sldMk cId="1557765188" sldId="266"/>
            <ac:picMk id="2" creationId="{EE96F775-AD09-BF27-7F31-7183D1FB9FE6}"/>
          </ac:picMkLst>
        </pc:picChg>
      </pc:sldChg>
      <pc:sldChg chg="addSp modSp new">
        <pc:chgData name="Poonam Chitare" userId="S::poonam.chitare@grihumhousing.com::16f1bd48-8f47-4169-8634-47fbb4141e07" providerId="AD" clId="Web-{358278FE-80A3-B2F4-05C7-D9133603C46C}" dt="2026-08-19T12:54:55.307" v="365" actId="1076"/>
        <pc:sldMkLst>
          <pc:docMk/>
          <pc:sldMk cId="3470726434" sldId="267"/>
        </pc:sldMkLst>
        <pc:spChg chg="add mod">
          <ac:chgData name="Poonam Chitare" userId="S::poonam.chitare@grihumhousing.com::16f1bd48-8f47-4169-8634-47fbb4141e07" providerId="AD" clId="Web-{358278FE-80A3-B2F4-05C7-D9133603C46C}" dt="2026-08-19T12:54:55.307" v="365" actId="1076"/>
          <ac:spMkLst>
            <pc:docMk/>
            <pc:sldMk cId="3470726434" sldId="267"/>
            <ac:spMk id="3" creationId="{57F8BA36-3A2F-2EB5-BE4C-6B638BC8D927}"/>
          </ac:spMkLst>
        </pc:spChg>
        <pc:picChg chg="add mod">
          <ac:chgData name="Poonam Chitare" userId="S::poonam.chitare@grihumhousing.com::16f1bd48-8f47-4169-8634-47fbb4141e07" providerId="AD" clId="Web-{358278FE-80A3-B2F4-05C7-D9133603C46C}" dt="2026-08-19T12:54:19.401" v="357" actId="14100"/>
          <ac:picMkLst>
            <pc:docMk/>
            <pc:sldMk cId="3470726434" sldId="267"/>
            <ac:picMk id="2" creationId="{73EAE70C-6761-0CC8-0559-A7DEAA5D3F62}"/>
          </ac:picMkLst>
        </pc:picChg>
      </pc:sldChg>
      <pc:sldChg chg="addSp modSp new">
        <pc:chgData name="Poonam Chitare" userId="S::poonam.chitare@grihumhousing.com::16f1bd48-8f47-4169-8634-47fbb4141e07" providerId="AD" clId="Web-{358278FE-80A3-B2F4-05C7-D9133603C46C}" dt="2026-08-19T12:56:54.245" v="379"/>
        <pc:sldMkLst>
          <pc:docMk/>
          <pc:sldMk cId="3347003513" sldId="268"/>
        </pc:sldMkLst>
        <pc:spChg chg="add mod">
          <ac:chgData name="Poonam Chitare" userId="S::poonam.chitare@grihumhousing.com::16f1bd48-8f47-4169-8634-47fbb4141e07" providerId="AD" clId="Web-{358278FE-80A3-B2F4-05C7-D9133603C46C}" dt="2026-08-19T12:56:54.245" v="379"/>
          <ac:spMkLst>
            <pc:docMk/>
            <pc:sldMk cId="3347003513" sldId="268"/>
            <ac:spMk id="3" creationId="{04BAC2E2-1F22-8E01-1563-662A1D79E5EF}"/>
          </ac:spMkLst>
        </pc:spChg>
        <pc:picChg chg="add mod">
          <ac:chgData name="Poonam Chitare" userId="S::poonam.chitare@grihumhousing.com::16f1bd48-8f47-4169-8634-47fbb4141e07" providerId="AD" clId="Web-{358278FE-80A3-B2F4-05C7-D9133603C46C}" dt="2026-08-19T12:56:09.183" v="369" actId="14100"/>
          <ac:picMkLst>
            <pc:docMk/>
            <pc:sldMk cId="3347003513" sldId="268"/>
            <ac:picMk id="2" creationId="{99124E31-3337-2951-42D4-35652C839CA5}"/>
          </ac:picMkLst>
        </pc:picChg>
      </pc:sldChg>
      <pc:sldChg chg="addSp modSp new">
        <pc:chgData name="Poonam Chitare" userId="S::poonam.chitare@grihumhousing.com::16f1bd48-8f47-4169-8634-47fbb4141e07" providerId="AD" clId="Web-{358278FE-80A3-B2F4-05C7-D9133603C46C}" dt="2026-08-19T12:58:37.417" v="388"/>
        <pc:sldMkLst>
          <pc:docMk/>
          <pc:sldMk cId="1787660433" sldId="269"/>
        </pc:sldMkLst>
        <pc:spChg chg="add mod">
          <ac:chgData name="Poonam Chitare" userId="S::poonam.chitare@grihumhousing.com::16f1bd48-8f47-4169-8634-47fbb4141e07" providerId="AD" clId="Web-{358278FE-80A3-B2F4-05C7-D9133603C46C}" dt="2026-08-19T12:58:37.417" v="388"/>
          <ac:spMkLst>
            <pc:docMk/>
            <pc:sldMk cId="1787660433" sldId="269"/>
            <ac:spMk id="3" creationId="{0B9B9B26-B88C-1051-6923-03461D49D82C}"/>
          </ac:spMkLst>
        </pc:spChg>
        <pc:picChg chg="add mod">
          <ac:chgData name="Poonam Chitare" userId="S::poonam.chitare@grihumhousing.com::16f1bd48-8f47-4169-8634-47fbb4141e07" providerId="AD" clId="Web-{358278FE-80A3-B2F4-05C7-D9133603C46C}" dt="2026-08-19T12:57:22.792" v="383" actId="14100"/>
          <ac:picMkLst>
            <pc:docMk/>
            <pc:sldMk cId="1787660433" sldId="269"/>
            <ac:picMk id="2" creationId="{B9521DF3-0D52-CD96-D0F2-D751D60A9AB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Sanction Letter Retrieval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DA5DA-3528-5CF3-8D34-7F3F4F740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"/>
            <a:ext cx="10515600" cy="643175"/>
          </a:xfrm>
        </p:spPr>
        <p:txBody>
          <a:bodyPr>
            <a:normAutofit/>
          </a:bodyPr>
          <a:lstStyle/>
          <a:p>
            <a:pPr marL="342900" indent="-342900" algn="ctr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Sanction Letter Retrieval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38A8F5-BB41-4210-C813-ABA32DE41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82" y="505690"/>
            <a:ext cx="11917855" cy="624147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Wingdings" panose="020B0604020202020204" pitchFamily="34" charset="0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Opening Script - Welcome to </a:t>
            </a:r>
            <a:r>
              <a:rPr lang="en-US" sz="1600" dirty="0" err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Grihum</a:t>
            </a:r>
            <a:r>
              <a:rPr lang="en-US" sz="1600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Housing Finance Limited. My name is (Agent Name) How may I assist you?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>
              <a:spcBef>
                <a:spcPct val="0"/>
              </a:spcBef>
              <a:buFont typeface="Wingdings" panose="020B0604020202020204" pitchFamily="34" charset="0"/>
              <a:buChar char="Ø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- I want Sanction Letter 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/>
              <a:buChar char="Ø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- </a:t>
            </a:r>
            <a:r>
              <a:rPr lang="en-US" sz="1600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Please note that this call is being recorded for quality assurance and training purposes.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/>
              <a:buChar char="Ø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/>
              <a:buChar char="Ø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- </a:t>
            </a:r>
            <a:r>
              <a:rPr lang="en-US" sz="1600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verify the information, kindly provide the registered mobile number  </a:t>
            </a:r>
            <a:r>
              <a:rPr lang="en-US" sz="1600" i="1" dirty="0">
                <a:solidFill>
                  <a:schemeClr val="accent1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 To check the details in </a:t>
            </a:r>
            <a:r>
              <a:rPr lang="en-US" sz="1600" i="1" dirty="0" err="1">
                <a:solidFill>
                  <a:schemeClr val="accent1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finnone</a:t>
            </a:r>
            <a:r>
              <a:rPr lang="en-US" sz="1600" i="1" dirty="0">
                <a:solidFill>
                  <a:schemeClr val="accent1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slide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</a:t>
            </a:r>
            <a:r>
              <a:rPr lang="en-US" sz="1600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- Verification -  Any 3 of the below verification questions needs to be answered </a:t>
            </a:r>
            <a:r>
              <a:rPr lang="en-US" sz="1600" i="1" dirty="0">
                <a:solidFill>
                  <a:schemeClr val="accent1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 To verify the customer details slide 4 )</a:t>
            </a:r>
            <a:endParaRPr lang="en-US" sz="1600" i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of Birth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Registered Email ID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Loan Sanction Amount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EMI Amount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/>
              <a:buChar char="Ø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- Thank you, Sir/Madam. Your verification has been completed.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there are two LANs, AI should first confirm the specific sanctioned amount, as the LAN number is not recollected. Once confirmed, proceed with the relevant LAN number. Check Point: </a:t>
            </a:r>
            <a:r>
              <a:rPr lang="en-US" sz="1600" i="1" dirty="0" err="1">
                <a:solidFill>
                  <a:schemeClr val="accent1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FinnOne</a:t>
            </a:r>
            <a:r>
              <a:rPr lang="en-US" sz="1600" i="1" dirty="0">
                <a:solidFill>
                  <a:schemeClr val="accent1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1600" i="1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i="1" dirty="0">
                <a:solidFill>
                  <a:schemeClr val="accent1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Slide 4.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  As you requested a  sanction letter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–  We will raise the request for the sanction letter within 8 working days. You will receive the sanction letter on your registered email ID. </a:t>
            </a:r>
            <a:r>
              <a:rPr lang="en-US" sz="1600" i="1" dirty="0">
                <a:solidFill>
                  <a:schemeClr val="accent1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 To raise the req slide  5 to 14 )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i="1" dirty="0">
                <a:solidFill>
                  <a:schemeClr val="accent1"/>
                </a:solidFill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If  the Email ID is not available – customer can also visit the branch to collect the Sanction Letter.</a:t>
            </a:r>
          </a:p>
          <a:p>
            <a:pPr>
              <a:lnSpc>
                <a:spcPct val="120000"/>
              </a:lnSpc>
              <a:buFont typeface="Wingdings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- Any other details required apart from this?</a:t>
            </a:r>
          </a:p>
          <a:p>
            <a:pPr>
              <a:buFont typeface="Wingdings"/>
              <a:buChar char="Ø"/>
            </a:pPr>
            <a:r>
              <a:rPr lang="en-US" sz="1600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Thankyou for calling </a:t>
            </a:r>
            <a:r>
              <a:rPr lang="en-US" sz="1600" dirty="0" err="1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Grihum</a:t>
            </a:r>
            <a:r>
              <a:rPr lang="en-US" sz="1600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Housing Finance Limited.  Have a pleasant day!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/>
              <a:buChar char="Ø"/>
            </a:pPr>
            <a:endParaRPr lang="en-US" sz="1600" dirty="0">
              <a:highlight>
                <a:srgbClr val="FFFFFF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20B0604020202020204" pitchFamily="34" charset="0"/>
              <a:buChar char="Ø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427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7B77F-4EC5-EE24-1E2D-9B7A08B7B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2" y="1185"/>
            <a:ext cx="12176076" cy="1700876"/>
          </a:xfrm>
        </p:spPr>
        <p:txBody>
          <a:bodyPr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/>
              <a:t>FINONE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IN" sz="1800" b="1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To verify the information, please provide the customer's registered mobile number.</a:t>
            </a:r>
            <a:r>
              <a:rPr lang="en-US" sz="1800" dirty="0">
                <a:latin typeface="Calibri"/>
                <a:ea typeface="Calibri"/>
                <a:cs typeface="Calibri"/>
              </a:rPr>
              <a:t> </a:t>
            </a:r>
          </a:p>
          <a:p>
            <a:pPr marL="342900" indent="-342900" algn="ctr">
              <a:lnSpc>
                <a:spcPct val="100000"/>
              </a:lnSpc>
              <a:spcBef>
                <a:spcPts val="0"/>
              </a:spcBef>
            </a:pPr>
            <a:endParaRPr lang="en-US" sz="1800" dirty="0">
              <a:latin typeface="Aptos"/>
            </a:endParaRPr>
          </a:p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011376-7992-FF08-F225-22D034AC15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9523" y="1825625"/>
            <a:ext cx="8812953" cy="4351338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E37A808E-8D12-91C1-3E27-9900A1A9BDA5}"/>
              </a:ext>
            </a:extLst>
          </p:cNvPr>
          <p:cNvSpPr/>
          <p:nvPr/>
        </p:nvSpPr>
        <p:spPr>
          <a:xfrm rot="-5400000">
            <a:off x="2567693" y="4008205"/>
            <a:ext cx="978407" cy="4846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6910FEF-1B0D-96CF-C294-A0ACF89E640D}"/>
              </a:ext>
            </a:extLst>
          </p:cNvPr>
          <p:cNvSpPr/>
          <p:nvPr/>
        </p:nvSpPr>
        <p:spPr>
          <a:xfrm rot="16200000">
            <a:off x="6428389" y="4014386"/>
            <a:ext cx="978407" cy="4846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8B5F0E0-1F7C-082D-026C-BB4EC9AE58FC}"/>
              </a:ext>
            </a:extLst>
          </p:cNvPr>
          <p:cNvSpPr/>
          <p:nvPr/>
        </p:nvSpPr>
        <p:spPr>
          <a:xfrm rot="16200000">
            <a:off x="1604982" y="5287349"/>
            <a:ext cx="978407" cy="4846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37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88FE4-5A2E-16DB-E57C-5C78FC6CC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b="1">
                <a:highlight>
                  <a:srgbClr val="FFFFFF"/>
                </a:highlight>
                <a:latin typeface="Aptos"/>
              </a:rPr>
              <a:t>Verification -  </a:t>
            </a:r>
            <a:r>
              <a:rPr lang="en-IN" sz="2400" b="1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Any 3 of the below verification questions needs to be answered</a:t>
            </a:r>
            <a:r>
              <a:rPr lang="en-US" sz="2400" dirty="0">
                <a:latin typeface="Calibri"/>
                <a:ea typeface="Calibri"/>
                <a:cs typeface="Calibri"/>
              </a:rPr>
              <a:t> </a:t>
            </a:r>
          </a:p>
          <a:p>
            <a:endParaRPr lang="en-US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5FBCE545-8D10-FA1A-EBF6-B11ED7D03E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2260" y="1321931"/>
            <a:ext cx="9807480" cy="485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43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5EC3F6-C0FB-6143-F60F-BD147A772D2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CSR Tagging 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4929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13091F-FAD2-DFEE-E534-6C158CF6D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66" y="428824"/>
            <a:ext cx="11494577" cy="6000351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E0DE0EDA-9B23-1E29-86A3-67201CBC87D8}"/>
              </a:ext>
            </a:extLst>
          </p:cNvPr>
          <p:cNvSpPr/>
          <p:nvPr/>
        </p:nvSpPr>
        <p:spPr>
          <a:xfrm rot="16200000">
            <a:off x="1689025" y="3988863"/>
            <a:ext cx="978407" cy="4846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5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B8E50A-54B3-436D-2473-520770C7B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13" y="443074"/>
            <a:ext cx="11778713" cy="5971852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FAC54460-29F7-D388-3099-1382804C05CC}"/>
              </a:ext>
            </a:extLst>
          </p:cNvPr>
          <p:cNvSpPr/>
          <p:nvPr/>
        </p:nvSpPr>
        <p:spPr>
          <a:xfrm rot="16200000">
            <a:off x="4104505" y="3181753"/>
            <a:ext cx="978407" cy="4846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06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B5002D-5798-B3C8-39E8-8D6C97740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66" y="395370"/>
            <a:ext cx="11481662" cy="6067260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6FB81B80-7191-E61C-6C03-0252B6FAB5FE}"/>
              </a:ext>
            </a:extLst>
          </p:cNvPr>
          <p:cNvSpPr/>
          <p:nvPr/>
        </p:nvSpPr>
        <p:spPr>
          <a:xfrm rot="16200000">
            <a:off x="6376810" y="3188097"/>
            <a:ext cx="978407" cy="4846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81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D0874F-5442-0A25-D291-B65172B40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67" y="433415"/>
            <a:ext cx="11804544" cy="5991170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CA7CCE1B-353F-5D12-EC8C-FB2DB25730BB}"/>
              </a:ext>
            </a:extLst>
          </p:cNvPr>
          <p:cNvSpPr/>
          <p:nvPr/>
        </p:nvSpPr>
        <p:spPr>
          <a:xfrm rot="5400000">
            <a:off x="8699914" y="2117055"/>
            <a:ext cx="978407" cy="4846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65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545E45-0CA9-B4F8-9AD8-2B2DA306A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99" y="436824"/>
            <a:ext cx="11763377" cy="5984352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993A8E34-0775-D4BC-E4DD-9DF7105C4D60}"/>
              </a:ext>
            </a:extLst>
          </p:cNvPr>
          <p:cNvSpPr/>
          <p:nvPr/>
        </p:nvSpPr>
        <p:spPr>
          <a:xfrm rot="5400000">
            <a:off x="1429813" y="2681546"/>
            <a:ext cx="978407" cy="4846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365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96F775-AD09-BF27-7F31-7183D1FB9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83" y="408002"/>
            <a:ext cx="11882034" cy="6041997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108B86DA-76C5-B089-D435-CFF29D56D453}"/>
              </a:ext>
            </a:extLst>
          </p:cNvPr>
          <p:cNvSpPr/>
          <p:nvPr/>
        </p:nvSpPr>
        <p:spPr>
          <a:xfrm>
            <a:off x="4297742" y="3214646"/>
            <a:ext cx="484631" cy="97840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65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EAE70C-6761-0CC8-0559-A7DEAA5D3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" y="412783"/>
            <a:ext cx="11703845" cy="6032434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57F8BA36-3A2F-2EB5-BE4C-6B638BC8D927}"/>
              </a:ext>
            </a:extLst>
          </p:cNvPr>
          <p:cNvSpPr/>
          <p:nvPr/>
        </p:nvSpPr>
        <p:spPr>
          <a:xfrm rot="5400000">
            <a:off x="4368734" y="3854970"/>
            <a:ext cx="978407" cy="4846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26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124E31-3337-2951-42D4-35652C839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49" y="406506"/>
            <a:ext cx="11751470" cy="6044987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04BAC2E2-1F22-8E01-1563-662A1D79E5EF}"/>
              </a:ext>
            </a:extLst>
          </p:cNvPr>
          <p:cNvSpPr/>
          <p:nvPr/>
        </p:nvSpPr>
        <p:spPr>
          <a:xfrm>
            <a:off x="4220685" y="4095504"/>
            <a:ext cx="978407" cy="4846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003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521DF3-0D52-CD96-D0F2-D751D60A9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3" y="435031"/>
            <a:ext cx="11489533" cy="5987937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0B9B9B26-B88C-1051-6923-03461D49D82C}"/>
              </a:ext>
            </a:extLst>
          </p:cNvPr>
          <p:cNvSpPr/>
          <p:nvPr/>
        </p:nvSpPr>
        <p:spPr>
          <a:xfrm rot="5400000">
            <a:off x="7858455" y="5425750"/>
            <a:ext cx="978407" cy="4846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660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287</Words>
  <Application>Microsoft Office PowerPoint</Application>
  <PresentationFormat>Widescreen</PresentationFormat>
  <Paragraphs>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Wingdings</vt:lpstr>
      <vt:lpstr>Office Theme</vt:lpstr>
      <vt:lpstr>Sanction Letter Retrieval</vt:lpstr>
      <vt:lpstr>Process Sanction Letter Retrieval </vt:lpstr>
      <vt:lpstr>FINONE  To verify the information, please provide the customer's registered mobile number.   </vt:lpstr>
      <vt:lpstr>Verification -  Any 3 of the below verification questions needs to be answered  </vt:lpstr>
      <vt:lpstr>CSR Tagging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Amruta Subhash Gaikwad</cp:lastModifiedBy>
  <cp:revision>180</cp:revision>
  <dcterms:created xsi:type="dcterms:W3CDTF">2026-08-19T12:20:29Z</dcterms:created>
  <dcterms:modified xsi:type="dcterms:W3CDTF">2026-08-20T09:30:09Z</dcterms:modified>
</cp:coreProperties>
</file>